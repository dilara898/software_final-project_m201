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427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B97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FINAL PROJECT  ·  TOPIC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9572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-18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Research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1868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-180" dirty="0">
                <a:solidFill>
                  <a:srgbClr val="8B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2245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A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 question-answering pipeline over Wikipedia, arXiv and web search, with cited synthesis and PostgreSQL-backed history.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5120640"/>
            <a:ext cx="2377440" cy="0"/>
          </a:xfrm>
          <a:prstGeom prst="line">
            <a:avLst/>
          </a:prstGeom>
          <a:noFill/>
          <a:ln w="12700">
            <a:solidFill>
              <a:srgbClr val="3A38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5358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Dilara Rzazada  ·  Melek Askerova  ·  Sanan Hajiyev  ·  Nezrin Ibrahimova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13648" y="539496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40" dirty="0">
                <a:solidFill>
                  <a:srgbClr val="6B6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SEPTEMBER 2026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2996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91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57276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68796" y="202996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8796" y="1591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027164" y="157276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Coverage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221284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68796" y="267004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8796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27164" y="221284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in Production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31012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8712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285292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Layer Contract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68796" y="331012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8796" y="28712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27164" y="285292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&amp; Storage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395020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5112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25296" y="349300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Pipeline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68796" y="395020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8796" y="35112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7164" y="349300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Configuration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59028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151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25296" y="413308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Retry, Pacing &amp; Timeouts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68796" y="459028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68796" y="4151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7164" y="413308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Contributions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" y="523036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4791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225296" y="477316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Layer Components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68796" y="523036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8796" y="4791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027164" y="477316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225296" y="541324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368796" y="5870448"/>
            <a:ext cx="5253228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68796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027164" y="5413248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Delivered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02/17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&amp; MOTIVATION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Sequential Retrieval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often need background material, academic papers and current web information. Retrieving those sources one after another introduces avoidable waiting and lets a single slow provider dominate the whole experience.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65576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7744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260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Latency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28416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providers queried one after another compound each other's response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2103120"/>
            <a:ext cx="3465576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237744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260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 Isolation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328416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failed or empty source must not crash the whole pipeline.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56448" y="2103120"/>
            <a:ext cx="3465576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237744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3076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9260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Provider Calls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3328416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re-hits paid APIs on every request without a cache.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754880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754880"/>
            <a:ext cx="10506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 asyncio.gather  +  a shared semaphore  +  TTL-aware PostgreSQL caching  +  graceful degradation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03/17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SYSTEM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Module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81328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728216"/>
            <a:ext cx="6748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(cli.py)  /  Streamlit (ui.py)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01084" y="2048256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267712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377440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root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624328"/>
            <a:ext cx="6748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application.py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01084" y="2944368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163824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273552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ResearchOrchestrator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520440"/>
            <a:ext cx="6748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SourceOrchestrator (semaphore-bounded)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01084" y="3840480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059936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169664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 wrappers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416552"/>
            <a:ext cx="6748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retry, pacing, thread runner (services/ai_service.py)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01084" y="4736592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956048"/>
            <a:ext cx="7223760" cy="658368"/>
          </a:xfrm>
          <a:prstGeom prst="roundRect">
            <a:avLst>
              <a:gd name="adj" fmla="val 8333"/>
            </a:avLst>
          </a:prstGeom>
          <a:solidFill>
            <a:srgbClr val="F4F3F0"/>
          </a:solidFill>
          <a:ln w="15875">
            <a:solidFill>
              <a:srgbClr val="8B887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5065776"/>
            <a:ext cx="6748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 ai/ package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312664"/>
            <a:ext cx="6748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 · arXiv · Tavily · Gemini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CROSS-CUTTING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101584" y="1664208"/>
            <a:ext cx="35204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39328" y="18105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History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066544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asyncpg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01584" y="2688336"/>
            <a:ext cx="35204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9328" y="283464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39328" y="3090672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attempt, duration, request ID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01584" y="3712464"/>
            <a:ext cx="35204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39328" y="3858768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Validation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11480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layer boundary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01584" y="4736592"/>
            <a:ext cx="35204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39328" y="4882896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Aliasing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339328" y="513892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core/logic.py — pure formatting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04/17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AI LAYER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Inside a Fixed Contract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6557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4592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1945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Fetchers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15184"/>
            <a:ext cx="2916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fetch_wikipedia · fetch_arxiv · fetch_web share one httpx.AsyncClient, each returns list[Source].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371600"/>
            <a:ext cx="346557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64592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1945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Synthesizer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615184"/>
            <a:ext cx="2916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synthesize(question, sources) drops hallucinated indices and returns AnswerWithCitations.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371600"/>
            <a:ext cx="346557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164592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1945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Abstraction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615184"/>
            <a:ext cx="2916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selected for this run; Anthropic and OpenAI also work via env vars, with zero code changes.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389120"/>
            <a:ext cx="11055096" cy="1133856"/>
          </a:xfrm>
          <a:prstGeom prst="roundRect">
            <a:avLst>
              <a:gd name="adj" fmla="val 4839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38912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 ai/ is read-only. A byte comparison of the reviewed repository's ai/ files against the original Topic 4 package found no changes — the SE layer only calls ai.sources.fetch_*() and ai.synthesizer.synthesize().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05/17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CONCURRENCY PIPELINE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Fetching Three Sources at Once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" y="137160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371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89604" y="1856232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84832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0848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(shared httpx.AsyncClient)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89604" y="2569464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798064"/>
            <a:ext cx="185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798064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7688" y="2798064"/>
            <a:ext cx="185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7688" y="2798064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34128" y="2798064"/>
            <a:ext cx="1859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34128" y="2798064"/>
            <a:ext cx="185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70888" y="3401568"/>
            <a:ext cx="3992880" cy="0"/>
          </a:xfrm>
          <a:prstGeom prst="line">
            <a:avLst/>
          </a:prstGeom>
          <a:noFill/>
          <a:ln w="19050">
            <a:solidFill>
              <a:srgbClr val="8B88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0888" y="3273552"/>
            <a:ext cx="0" cy="128016"/>
          </a:xfrm>
          <a:prstGeom prst="line">
            <a:avLst/>
          </a:prstGeom>
          <a:noFill/>
          <a:ln w="19050">
            <a:solidFill>
              <a:srgbClr val="8B88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67328" y="3273552"/>
            <a:ext cx="0" cy="128016"/>
          </a:xfrm>
          <a:prstGeom prst="line">
            <a:avLst/>
          </a:prstGeom>
          <a:noFill/>
          <a:ln w="19050">
            <a:solidFill>
              <a:srgbClr val="8B88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3768" y="3273552"/>
            <a:ext cx="0" cy="128016"/>
          </a:xfrm>
          <a:prstGeom prst="line">
            <a:avLst/>
          </a:prstGeom>
          <a:noFill/>
          <a:ln w="19050">
            <a:solidFill>
              <a:srgbClr val="8B88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9604" y="3419856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65760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657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thread-offloaded synthesis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89604" y="4142232"/>
            <a:ext cx="155448" cy="182880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370832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43708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Synthesizer  →  Answer + [N] citations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42048" y="1371600"/>
            <a:ext cx="437997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79792" y="151790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Semaphore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79792" y="1792224"/>
            <a:ext cx="3904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permits — enough to query all three sources for one question at once.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42048" y="2468880"/>
            <a:ext cx="437997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79792" y="261518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79792" y="2889504"/>
            <a:ext cx="3904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or empty source is reported, never lets it kill the whole answer.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42048" y="3566160"/>
            <a:ext cx="437997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79792" y="37124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Thread-Offloaded Synthesis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79792" y="3986784"/>
            <a:ext cx="3904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synchronous LLM call runs on a dedicated ThreadPoolExecutor, one worker by default.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42048" y="4663440"/>
            <a:ext cx="437997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79792" y="48097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Transport Retry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479792" y="5084064"/>
            <a:ext cx="3904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at the transport level, since the supplied fetcher can silently skip a failed summary request.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06/17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ROBUSTNESS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Retry, Pacing and Timeout Budgets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91056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AIFetchService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4814316" cy="347472"/>
          </a:xfrm>
          <a:prstGeom prst="rect">
            <a:avLst/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048256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budget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826124" y="2048256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32304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Per-attempt deadline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826124" y="2432304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1248" y="2779776"/>
            <a:ext cx="4814316" cy="347472"/>
          </a:xfrm>
          <a:prstGeom prst="rect">
            <a:avLst/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816352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/ max wait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826124" y="2816352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 s / 0.5 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00400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attempts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826124" y="3200400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9068" y="137160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3388" y="1591056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AISynthesisService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3388" y="2011680"/>
            <a:ext cx="4814316" cy="347472"/>
          </a:xfrm>
          <a:prstGeom prst="rect">
            <a:avLst/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97980" y="2048256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timeout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518264" y="2048256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97980" y="2432304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/ max wait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518264" y="2432304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s / 6 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3388" y="2779776"/>
            <a:ext cx="4814316" cy="347472"/>
          </a:xfrm>
          <a:prstGeom prst="rect">
            <a:avLst/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97980" y="2816352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deadline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518264" y="2816352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97980" y="3200400"/>
            <a:ext cx="2984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research deadline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518264" y="3200400"/>
            <a:ext cx="166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s default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389120"/>
            <a:ext cx="11055096" cy="1005840"/>
          </a:xfrm>
          <a:prstGeom prst="roundRect">
            <a:avLst>
              <a:gd name="adj" fmla="val 5455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3891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Pacing: a one-second minimum interval per source instance, including retries. Transient 429/5xx and transport errors get bounded retries with exponential jitter; identifiable permanent 4xx are not retried.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07/17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SE LAYER COMPONENTS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Team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1907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2140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env-driven pydantic-settings.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94710" y="146304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454" y="171907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632454" y="212140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SourceOutcome, ResearchResult, SessionRecord — Pydantic.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2492" y="146304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0236" y="171907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storage/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60236" y="212140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CacheStore ABC — InMemory and Postgres implementations.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0274" y="146304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8018" y="171907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services/ai_service.py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288018" y="212140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Retry, pacing, thread runner around ai/.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91363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concurrency/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31596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ResearchOrchestrator + SourceOrchestrator.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94710" y="365760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32454" y="391363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632454" y="431596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history commands, argparse-based.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22492" y="365760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0236" y="391363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ui.py (Streamlit)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60236" y="431596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Ask + History views, in-process, no HTTP.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50274" y="3657600"/>
            <a:ext cx="257175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8018" y="391363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+ Compose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88018" y="4315968"/>
            <a:ext cx="20962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python:3.12-slim, non-root user, PostgreSQL 16 service.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08/17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PERFORMANCE BENCHMARK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vs Concurrent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-34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2.073×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272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concurrent-vs-sequential speedup across three repeats, five questions — 952.5 ms → 459.6 ms.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87568" y="1627632"/>
          <a:ext cx="5971032" cy="226771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939.1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465.2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958.4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459.6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952.5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439.3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25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535424"/>
            <a:ext cx="11055096" cy="1133856"/>
          </a:xfrm>
          <a:prstGeom prst="roundRect">
            <a:avLst>
              <a:gd name="adj" fmla="val 4839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535424"/>
            <a:ext cx="105430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simulated collection only (Wikipedia 40 ms · arXiv 80 ms · web 40 ms) — not a live end-to-end measurement. Windows, Python 3.14.4, 20 Sept 2026, git 3f53954 (dirty).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6" name="Text 7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09/17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TESTING &amp; COVERAGE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364 Tests, 97% Coverage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02152" cy="1225296"/>
          </a:xfrm>
          <a:prstGeom prst="roundRect">
            <a:avLst>
              <a:gd name="adj" fmla="val 4478"/>
            </a:avLst>
          </a:prstGeom>
          <a:solidFill>
            <a:srgbClr val="14130F"/>
          </a:solidFill>
          <a:ln w="9525">
            <a:solidFill>
              <a:srgbClr val="1413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179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1284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B97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PASSED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0215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5179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21284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 + BRANCH  ·  98% LINE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119872" y="1371600"/>
            <a:ext cx="350215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15179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221284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CALLS IN THE SUITE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66928" y="2798064"/>
            <a:ext cx="3502152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6265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29626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04672" y="3218688"/>
            <a:ext cx="3026664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36499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336499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7490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374904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1330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ai_service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413308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2798064"/>
            <a:ext cx="3502152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81144" y="296265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29626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81144" y="3218688"/>
            <a:ext cx="3026664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1144" y="336499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336499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81144" y="37490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374904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99%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81144" y="41330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cache_store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413308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19872" y="2798064"/>
            <a:ext cx="3502152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57616" y="296265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10707624" y="29626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357616" y="3218688"/>
            <a:ext cx="3026664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57616" y="336499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707624" y="336499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37490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707624" y="374904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357616" y="41330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707624" y="413308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4937760"/>
            <a:ext cx="11055096" cy="822960"/>
          </a:xfrm>
          <a:prstGeom prst="roundRect">
            <a:avLst>
              <a:gd name="adj" fmla="val 6667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960" y="49377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Fakes, AsyncMock and HTTPX MockTransport throughout — including the original 16 supplied smoke tests. No paid requests required to run the suite.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10/17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ROBUSTNESS IN PRODUCTION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 on a Live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02152" cy="1097280"/>
          </a:xfrm>
          <a:prstGeom prst="roundRect">
            <a:avLst>
              <a:gd name="adj" fmla="val 5000"/>
            </a:avLst>
          </a:prstGeom>
          <a:solidFill>
            <a:srgbClr val="14130F"/>
          </a:solidFill>
          <a:ln w="9525">
            <a:solidFill>
              <a:srgbClr val="1413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179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84832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B97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QUESTIONS COMPLETED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021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5179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084832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 REACHED, ONE EMPTY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119872" y="1371600"/>
            <a:ext cx="35021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15179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9.58s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2084832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TOTAL, ANSWER CITED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66928" y="2706624"/>
            <a:ext cx="6766560" cy="2286000"/>
          </a:xfrm>
          <a:prstGeom prst="roundRect">
            <a:avLst>
              <a:gd name="adj" fmla="val 2400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6291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arxiv  Retrospective of the ARPA-E ALPHA fusion program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web    The Current State of Nuclear Fusion Research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 web    Nuclear fusion power, fusion energy research, ITER | IAEA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with no results: wikipedia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6   Providers 2   Time 9.58s   History: saved (session #13)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07808" y="2706624"/>
            <a:ext cx="401421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45552" y="2871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USER SEES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7845552" y="3090672"/>
            <a:ext cx="3538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cited answer from the providers that did respond, plus an explicit line naming the source that returned nothing.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07808" y="3913632"/>
            <a:ext cx="401421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45552" y="40782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CODE GUARANTEES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845552" y="4297680"/>
            <a:ext cx="3538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source is a status, not an exception. Synthesis runs on the evidence available, and the session is still written to history.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93792"/>
            <a:ext cx="10543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source_client factory builds every live client — HTTPS, redirects followed, host-specific Accept headers — so transport policy cannot drift between entry points.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11/17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CACHING &amp; STORAGE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TTL-Aware Source Cache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1517904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093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canonicalize_query()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47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lowercase, collapse whitespace, strip punctuation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15284" y="2395728"/>
            <a:ext cx="155448" cy="237744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43200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743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= source + SHA-256(question)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5284" y="3511296"/>
            <a:ext cx="155448" cy="237744"/>
          </a:xfrm>
          <a:prstGeom prst="downArrow">
            <a:avLst/>
          </a:prstGeom>
          <a:solidFill>
            <a:srgbClr val="8B887F"/>
          </a:solidFill>
          <a:ln w="12700">
            <a:solidFill>
              <a:srgbClr val="8B88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877056"/>
            <a:ext cx="26243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877056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 →  return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3877056"/>
            <a:ext cx="26243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3877056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 →  fetch + store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SCHEMA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29984" y="1645920"/>
            <a:ext cx="4892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67728" y="188366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cache_entries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2231136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· payload JSONB · expires_at, TTL 86,400 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9984" y="3200400"/>
            <a:ext cx="4892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67728" y="343814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research_sessions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3785616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answer · sources_used[] · sources_failed[] · duration_ms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9984" y="484632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67728" y="5047488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Pool: lazy, lock-guarded, 1–5 connections. --no-cache bypasses both reads and writes.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12/17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DOCKER &amp; CONFIGURATION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1353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(PRODUCTION MODE)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5362956" cy="1298448"/>
          </a:xfrm>
          <a:prstGeom prst="roundRect">
            <a:avLst>
              <a:gd name="adj" fmla="val 4225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92224"/>
            <a:ext cx="48874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db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 app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app ask "..."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295644" y="1353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 IMAGE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259068" y="1609344"/>
            <a:ext cx="5362956" cy="1298448"/>
          </a:xfrm>
          <a:prstGeom prst="roundRect">
            <a:avLst>
              <a:gd name="adj" fmla="val 4225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6812" y="1792224"/>
            <a:ext cx="48874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researcher .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--env-file .env \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researcher ask "..."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054096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python:3.12-slim base, pinned requirements, non-root appuser, entrypoint python -m researcher. Compose starts PostgreSQL 16, waits on its healthcheck, mounts schema.sql and overrides the app DSN to the service hostname db.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151376"/>
            <a:ext cx="1105509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334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43342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/ BEHAVIOR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41248" y="4590288"/>
            <a:ext cx="10506456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736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LLM_PROVIDER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4736592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Anthropic / OpenAI also supported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0657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5065776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required; Compose supplies its internal URL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394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CACHE_TTL_SECONDS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5394960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86,400 (24 h)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13/17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TEAM CONTRIBUTIONS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What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26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3584448" y="1426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864608" y="14264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DELIVERABLES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Dilara Rzazada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84448" y="199339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993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920240"/>
            <a:ext cx="648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data models; PostgreSQL setup, pool, cache and history storage; storage tests; final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670048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Melek Askerova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84448" y="29260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8444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2852928"/>
            <a:ext cx="648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fetch and synthesis services; retry and pacing; structured logging; Streamlit UI; service and UI tests; README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02736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Sanan Hajiyev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84448" y="385876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84448" y="3858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3785616"/>
            <a:ext cx="648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and research orchestration; storage adapters; benchmark scripts; cancellation tests; shared HTTP client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535424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791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Nezrin Ibrahimova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84448" y="479145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4130F"/>
          </a:solidFill>
          <a:ln w="12700">
            <a:solidFill>
              <a:srgbClr val="141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84448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864608" y="4718304"/>
            <a:ext cx="648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 and input validation; application and Docker/Compose integration; demo scripts; CLI/integration tests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54126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541264"/>
            <a:ext cx="10543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reflect the team's agreed overall contribution — implementation, testing and documentation — not raw commit counts.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14/17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LIMITATIONS &amp; FUTURE WORK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Still Needs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6557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3736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860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2.073× claim is narrow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24912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simulated collection only. A clean-revision, end-to-end, real-workload comparison remains outstanding.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463040"/>
            <a:ext cx="346557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73736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2860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control has limits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724912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semaphores aren't a shared account quota; a timed-out SDK thread can keep running.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463040"/>
            <a:ext cx="346557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173736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130F"/>
          </a:solidFill>
          <a:ln w="6350">
            <a:solidFill>
              <a:srgbClr val="1413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2860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-2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needs strengthening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724912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and model snapshots, versioned cache keys, and startup DSN/range validation are not yet in place.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352544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F3F0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352544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Release evidence is incomplete — no full prompt-injection defense, authentication, multi-user isolation, load testing, or a final measured image size.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15/17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309360" cy="4352544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773936"/>
            <a:ext cx="5687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 with per-source timeouts and a shared semaphore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explicit partial-source notices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PostgreSQL-backed TTL cache and session history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ask / history, --sources, --no-cache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Streamlit UI, sharing the same workflow in-process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backoff, pacing and secret-safe structured logging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 with PostgreSQL 16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tests · 97% coverage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3716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ENGINEERING LESSONS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87184" y="1664208"/>
            <a:ext cx="44348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24928" y="18470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35824" y="1828800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is not a silver bullet — per-task timeouts matter as much as gather itself.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87184" y="2688336"/>
            <a:ext cx="44348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24928" y="28712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35824" y="2852928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service boundaries make the pipeline testable and diagnosable.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87184" y="3712464"/>
            <a:ext cx="44348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4928" y="389534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35824" y="3877056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keys need canonicalization, or near-duplicate questions bypass the cache silently.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87184" y="4736592"/>
            <a:ext cx="443484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24928" y="49194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35824" y="4901184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over inheritance keeps ResearchOrchestrator fully mockable offline.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37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Research Assistant  ·  Topic 4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415784" y="6437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80" dirty="0">
                <a:solidFill>
                  <a:srgbClr val="8B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AI-ENG-110  ·  16/17</a:t>
            </a:r>
            <a:endParaRPr lang="en-US" sz="75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2860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6B6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4  ·  ASYNC RESEARCH ASSISTANT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6517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-18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602736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443984"/>
            <a:ext cx="2377440" cy="0"/>
          </a:xfrm>
          <a:prstGeom prst="line">
            <a:avLst/>
          </a:prstGeom>
          <a:noFill/>
          <a:ln w="12700">
            <a:solidFill>
              <a:srgbClr val="3A38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7183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Dilara Rzazada  ·  Melek Askerova  ·  Sanan Hajiyev  ·  Nezrin Ibrahimova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029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github.com/Dilara898/Software_Final-Project_M201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1825</Words>
  <Application>Microsoft Office PowerPoint</Application>
  <PresentationFormat>Geniş ekran</PresentationFormat>
  <Paragraphs>345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Research Assistant</dc:title>
  <dc:subject>PptxGenJS Presentation</dc:subject>
  <dc:creator>Dilara Rzazada, Melek Askerova, Sanan Hajiyev, Nezrin Ibrahimova</dc:creator>
  <cp:lastModifiedBy>Sanan Hajiyev</cp:lastModifiedBy>
  <cp:revision>2</cp:revision>
  <dcterms:created xsi:type="dcterms:W3CDTF">2026-09-20T08:10:10Z</dcterms:created>
  <dcterms:modified xsi:type="dcterms:W3CDTF">2026-09-20T08:14:00Z</dcterms:modified>
</cp:coreProperties>
</file>